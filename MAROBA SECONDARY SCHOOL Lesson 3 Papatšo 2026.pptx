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58" r:id="rId4"/>
    <p:sldId id="269" r:id="rId5"/>
    <p:sldId id="260" r:id="rId6"/>
    <p:sldId id="270" r:id="rId7"/>
    <p:sldId id="261" r:id="rId8"/>
    <p:sldId id="262" r:id="rId9"/>
    <p:sldId id="268" r:id="rId10"/>
    <p:sldId id="264" r:id="rId11"/>
    <p:sldId id="263" r:id="rId12"/>
    <p:sldId id="266" r:id="rId13"/>
    <p:sldId id="275" r:id="rId14"/>
    <p:sldId id="271" r:id="rId15"/>
    <p:sldId id="273" r:id="rId16"/>
    <p:sldId id="274" r:id="rId17"/>
    <p:sldId id="272" r:id="rId18"/>
    <p:sldId id="265" r:id="rId19"/>
    <p:sldId id="267" r:id="rId20"/>
    <p:sldId id="25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36AFF-F371-3A48-94C8-538664F4CBC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8D10DF-0AA2-514E-BE61-5D5390922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4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Nong</a:t>
            </a:r>
            <a:r>
              <a:rPr lang="en-US" dirty="0"/>
              <a:t> </a:t>
            </a:r>
            <a:r>
              <a:rPr lang="en-US" dirty="0" err="1"/>
              <a:t>Mokgethi</a:t>
            </a:r>
            <a:r>
              <a:rPr lang="en-US" dirty="0"/>
              <a:t> </a:t>
            </a:r>
            <a:r>
              <a:rPr lang="en-US" dirty="0" err="1"/>
              <a:t>MmagoBraJesus</a:t>
            </a:r>
            <a:r>
              <a:rPr lang="en-US" dirty="0"/>
              <a:t> ID,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D10DF-0AA2-514E-BE61-5D53909229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91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image" Target="../media/image4.png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3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4" Type="http://schemas.openxmlformats.org/officeDocument/2006/relationships/image" Target="../media/image7.png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 /><Relationship Id="rId2" Type="http://schemas.openxmlformats.org/officeDocument/2006/relationships/audio" Target="../media/media2.mp3" /><Relationship Id="rId1" Type="http://schemas.microsoft.com/office/2007/relationships/media" Target="../media/media2.mp3" /><Relationship Id="rId4" Type="http://schemas.openxmlformats.org/officeDocument/2006/relationships/image" Target="../media/image9.png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5CCA8-E885-3109-F088-BB16B597C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1302" y="977553"/>
            <a:ext cx="8929396" cy="4902893"/>
          </a:xfrm>
        </p:spPr>
        <p:txBody>
          <a:bodyPr/>
          <a:lstStyle/>
          <a:p>
            <a:r>
              <a:rPr lang="en-US" sz="4800" dirty="0"/>
              <a:t>Sepedi </a:t>
            </a:r>
            <a:r>
              <a:rPr lang="en-US" sz="4800" dirty="0" err="1"/>
              <a:t>Leleme</a:t>
            </a:r>
            <a:r>
              <a:rPr lang="en-US" sz="4800" dirty="0"/>
              <a:t> la </a:t>
            </a:r>
            <a:r>
              <a:rPr lang="en-US" sz="4800" dirty="0" err="1"/>
              <a:t>Gae</a:t>
            </a:r>
            <a:br>
              <a:rPr lang="en-US" sz="4800" dirty="0"/>
            </a:br>
            <a:r>
              <a:rPr lang="en-US" sz="4800" dirty="0" err="1"/>
              <a:t>Mphato</a:t>
            </a:r>
            <a:r>
              <a:rPr lang="en-US" sz="4800" dirty="0"/>
              <a:t> </a:t>
            </a:r>
            <a:r>
              <a:rPr lang="en-US" sz="4800" dirty="0" err="1"/>
              <a:t>wa</a:t>
            </a:r>
            <a:r>
              <a:rPr lang="en-US" sz="4800" dirty="0"/>
              <a:t> 10</a:t>
            </a:r>
            <a:br>
              <a:rPr lang="en-US" sz="4800" dirty="0"/>
            </a:br>
            <a:r>
              <a:rPr lang="en-US" sz="4800" dirty="0"/>
              <a:t>Go </a:t>
            </a:r>
            <a:r>
              <a:rPr lang="en-US" sz="4800" dirty="0" err="1"/>
              <a:t>bala</a:t>
            </a:r>
            <a:r>
              <a:rPr lang="en-US" sz="4800" dirty="0"/>
              <a:t> le go </a:t>
            </a:r>
            <a:r>
              <a:rPr lang="en-US" sz="4800" dirty="0" err="1"/>
              <a:t>bogela</a:t>
            </a:r>
            <a:r>
              <a:rPr lang="en-US" sz="4800" dirty="0"/>
              <a:t>: </a:t>
            </a:r>
            <a:r>
              <a:rPr lang="en-US" sz="4800" b="1" dirty="0" err="1">
                <a:solidFill>
                  <a:srgbClr val="FF0000"/>
                </a:solidFill>
              </a:rPr>
              <a:t>Papatšo</a:t>
            </a:r>
            <a:br>
              <a:rPr lang="en-US" sz="4800" dirty="0"/>
            </a:br>
            <a:r>
              <a:rPr lang="en-US" sz="4800" dirty="0"/>
              <a:t>MAROBA SECONDARY SCHOOL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267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0C846-DB0D-62B6-7834-41E004580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45" y="634482"/>
            <a:ext cx="11056775" cy="557037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MORERO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THUTO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Mafelelong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thuto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barutwana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tla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kgona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go:</a:t>
            </a: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Hlaloša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gore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eng.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Hlaola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mehuta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Sekaseka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Hlaola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polelo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go goketša.</a:t>
            </a: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Hlama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bona.</a:t>
            </a:r>
          </a:p>
        </p:txBody>
      </p:sp>
    </p:spTree>
    <p:extLst>
      <p:ext uri="{BB962C8B-B14F-4D97-AF65-F5344CB8AC3E}">
        <p14:creationId xmlns:p14="http://schemas.microsoft.com/office/powerpoint/2010/main" val="75470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2137-DDE7-0A1B-9816-BBAD30EA8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bb4bf7d7a6cadf85574157a705443f79.mp4">
            <a:hlinkClick r:id="" action="ppaction://media"/>
            <a:extLst>
              <a:ext uri="{FF2B5EF4-FFF2-40B4-BE49-F238E27FC236}">
                <a16:creationId xmlns:a16="http://schemas.microsoft.com/office/drawing/2014/main" id="{65387F7C-41A3-07C5-0F26-2805B336AA2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281" y="0"/>
            <a:ext cx="11447580" cy="663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09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22963A-5BE8-7028-2424-4DAA709D031B}"/>
              </a:ext>
            </a:extLst>
          </p:cNvPr>
          <p:cNvSpPr txBox="1"/>
          <p:nvPr/>
        </p:nvSpPr>
        <p:spPr>
          <a:xfrm>
            <a:off x="880188" y="1824134"/>
            <a:ext cx="104316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Dipotšišo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se go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kgahlilego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mantšu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afe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 go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gokeditšego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Na o nagana gore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ye 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lebane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Fahlela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95193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3283C-13C4-D5DB-077E-2460B7CC7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90" y="597159"/>
            <a:ext cx="11010122" cy="563569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 algn="ctr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Tlhalošo</a:t>
            </a:r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endParaRPr lang="en-US" sz="28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tsela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go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tsebatša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setšweletšwa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goba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tirelo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maikemišetšo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 go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gokagoketša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batho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gore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reke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88769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58F54F-231E-9B13-D48D-73F87B7AA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838038"/>
              </p:ext>
            </p:extLst>
          </p:nvPr>
        </p:nvGraphicFramePr>
        <p:xfrm>
          <a:off x="1305378" y="1715709"/>
          <a:ext cx="8127999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945089315"/>
                    </a:ext>
                  </a:extLst>
                </a:gridCol>
                <a:gridCol w="5418666">
                  <a:extLst>
                    <a:ext uri="{9D8B030D-6E8A-4147-A177-3AD203B41FA5}">
                      <a16:colId xmlns:a16="http://schemas.microsoft.com/office/drawing/2014/main" val="3056483920"/>
                    </a:ext>
                  </a:extLst>
                </a:gridCol>
              </a:tblGrid>
              <a:tr h="624840"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Lentšu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Tlhalošo</a:t>
                      </a:r>
                      <a:endParaRPr lang="en-US" sz="2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772357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Bareki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Baamogedi</a:t>
                      </a:r>
                      <a:r>
                        <a:rPr lang="en-US" dirty="0"/>
                        <a:t> 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Batho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bao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rekago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setšweletšwa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809254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Slokene</a:t>
                      </a:r>
                      <a:r>
                        <a:rPr lang="en-US" dirty="0"/>
                        <a:t> 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Mantšu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makopana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 go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gokagoketša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86671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Polelo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ya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go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Jabetša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Mantšu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hlohleletšago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bareki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838783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Setšweletšwa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Selo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seo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bapaditšwego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488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9077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630AE-AD3F-1F50-3221-1F4DCCB8C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59" y="606490"/>
            <a:ext cx="10982130" cy="560769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MEHUTA YA PAPATŠO</a:t>
            </a:r>
          </a:p>
          <a:p>
            <a:pPr marL="0" indent="0" algn="ctr">
              <a:buNone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b="1" u="sng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Mehuta</a:t>
            </a:r>
            <a:r>
              <a:rPr lang="en-US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ye e </a:t>
            </a:r>
            <a:r>
              <a:rPr lang="en-US" b="1" u="sng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Tlwaelegilego</a:t>
            </a:r>
            <a:r>
              <a:rPr lang="en-US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u="sng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u="sng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endParaRPr lang="en-US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Thelebišene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Seyalenoya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Kuranta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Inthanete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Diphoustara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197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66329-A09E-304A-7098-CB0C70208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59" y="597159"/>
            <a:ext cx="10907486" cy="5673012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DIKAROLO TŠA PAPATŠO E BOTSE</a:t>
            </a:r>
          </a:p>
          <a:p>
            <a:pPr marL="0" indent="0" algn="ctr"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botse</a:t>
            </a:r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swanetše</a:t>
            </a:r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 go </a:t>
            </a:r>
            <a:r>
              <a:rPr 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 le:</a:t>
            </a:r>
          </a:p>
          <a:p>
            <a:pPr marL="0" indent="0" algn="ctr">
              <a:buNone/>
            </a:pPr>
            <a:endParaRPr lang="en-US" sz="28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Hlogo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maatla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Diswantšho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tša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go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kgahla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Polelo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go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jabetša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Slokene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bonolo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go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kgahliša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Molaetša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go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kwagala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C3FF1E-8174-345E-6C5A-D8EE4D883BD8}"/>
              </a:ext>
            </a:extLst>
          </p:cNvPr>
          <p:cNvSpPr txBox="1"/>
          <p:nvPr/>
        </p:nvSpPr>
        <p:spPr>
          <a:xfrm>
            <a:off x="6932645" y="2439955"/>
            <a:ext cx="38722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Arial" panose="020B0604020202020204" pitchFamily="34" charset="0"/>
                <a:ea typeface="Abadi ExtraLight" pitchFamily="2" charset="0"/>
                <a:cs typeface="Arial" panose="020B0604020202020204" pitchFamily="34" charset="0"/>
              </a:rPr>
              <a:t>Lefelo</a:t>
            </a:r>
            <a:endParaRPr lang="en-US" sz="2000" dirty="0">
              <a:latin typeface="Arial" panose="020B0604020202020204" pitchFamily="34" charset="0"/>
              <a:ea typeface="Abadi ExtraLight" pitchFamily="2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ea typeface="Abadi ExtraLight" pitchFamily="2" charset="0"/>
              <a:cs typeface="Arial" panose="020B0604020202020204" pitchFamily="34" charset="0"/>
            </a:endParaRPr>
          </a:p>
          <a:p>
            <a:r>
              <a:rPr lang="en-US" sz="2000" dirty="0" err="1">
                <a:latin typeface="Arial" panose="020B0604020202020204" pitchFamily="34" charset="0"/>
                <a:ea typeface="Abadi ExtraLight" pitchFamily="2" charset="0"/>
                <a:cs typeface="Arial" panose="020B0604020202020204" pitchFamily="34" charset="0"/>
              </a:rPr>
              <a:t>Nomoro</a:t>
            </a:r>
            <a:r>
              <a:rPr lang="en-US" sz="2000" dirty="0">
                <a:latin typeface="Arial" panose="020B0604020202020204" pitchFamily="34" charset="0"/>
                <a:ea typeface="Abadi ExtraLight" pitchFamily="2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ea typeface="Abadi ExtraLight" pitchFamily="2" charset="0"/>
                <a:cs typeface="Arial" panose="020B0604020202020204" pitchFamily="34" charset="0"/>
              </a:rPr>
              <a:t>ya</a:t>
            </a:r>
            <a:r>
              <a:rPr lang="en-US" sz="2000" dirty="0">
                <a:latin typeface="Arial" panose="020B0604020202020204" pitchFamily="34" charset="0"/>
                <a:ea typeface="Abadi ExtraLight" pitchFamily="2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ea typeface="Abadi ExtraLight" pitchFamily="2" charset="0"/>
                <a:cs typeface="Arial" panose="020B0604020202020204" pitchFamily="34" charset="0"/>
              </a:rPr>
              <a:t>mogala</a:t>
            </a:r>
            <a:endParaRPr lang="en-US" sz="2000" dirty="0">
              <a:latin typeface="Arial" panose="020B0604020202020204" pitchFamily="34" charset="0"/>
              <a:ea typeface="Abadi ExtraLight" pitchFamily="2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ea typeface="Abadi ExtraLight" pitchFamily="2" charset="0"/>
              <a:cs typeface="Arial" panose="020B0604020202020204" pitchFamily="34" charset="0"/>
            </a:endParaRPr>
          </a:p>
          <a:p>
            <a:r>
              <a:rPr lang="en-US" sz="2000" dirty="0" err="1">
                <a:latin typeface="Arial" panose="020B0604020202020204" pitchFamily="34" charset="0"/>
                <a:ea typeface="Abadi ExtraLight" pitchFamily="2" charset="0"/>
                <a:cs typeface="Arial" panose="020B0604020202020204" pitchFamily="34" charset="0"/>
              </a:rPr>
              <a:t>Tefelo</a:t>
            </a:r>
            <a:endParaRPr lang="en-US" sz="2000" dirty="0">
              <a:latin typeface="Arial" panose="020B0604020202020204" pitchFamily="34" charset="0"/>
              <a:ea typeface="Abadi ExtraLight" pitchFamily="2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ea typeface="Abadi ExtraLight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7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2D411-9C03-3115-0989-393EAAB7C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90" y="615820"/>
            <a:ext cx="10963469" cy="5626360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POLELO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GOKETŠA</a:t>
            </a:r>
          </a:p>
          <a:p>
            <a:pPr marL="0" indent="0" algn="ctr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Mehlala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Polelo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Gokagoketša</a:t>
            </a:r>
            <a:endParaRPr lang="en-US" sz="28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
“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Reka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lehono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!”</a:t>
            </a: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
“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Theko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tlase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!”</a:t>
            </a: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
“O se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fetwe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Monyetla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!”</a:t>
            </a: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
“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Boleng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bjo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makatšago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!”</a:t>
            </a: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
“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Monate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nnete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!”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609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3B107-4B28-8ECC-DFDC-5D0E302B6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464" y="643811"/>
            <a:ext cx="10888825" cy="555171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ZA" sz="3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Baamogedi</a:t>
            </a:r>
            <a:r>
              <a:rPr lang="en-ZA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ZA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3600" dirty="0" err="1">
                <a:latin typeface="Arial" panose="020B0604020202020204" pitchFamily="34" charset="0"/>
                <a:cs typeface="Arial" panose="020B0604020202020204" pitchFamily="34" charset="0"/>
              </a:rPr>
              <a:t>Bana</a:t>
            </a:r>
            <a: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ZA" sz="3600" dirty="0" err="1">
                <a:latin typeface="Arial" panose="020B0604020202020204" pitchFamily="34" charset="0"/>
                <a:cs typeface="Arial" panose="020B0604020202020204" pitchFamily="34" charset="0"/>
              </a:rPr>
              <a:t>Bafsa</a:t>
            </a:r>
            <a: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ZA" sz="3600" dirty="0" err="1">
                <a:latin typeface="Arial" panose="020B0604020202020204" pitchFamily="34" charset="0"/>
                <a:cs typeface="Arial" panose="020B0604020202020204" pitchFamily="34" charset="0"/>
              </a:rPr>
              <a:t>Bagolo</a:t>
            </a:r>
            <a: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  <a:t>👉 </a:t>
            </a:r>
            <a:r>
              <a:rPr lang="en-ZA" sz="36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Potšišo</a:t>
            </a:r>
            <a: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ZA" sz="3600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  <a:t> ye e </a:t>
            </a:r>
            <a:r>
              <a:rPr lang="en-ZA" sz="3600" dirty="0" err="1">
                <a:latin typeface="Arial" panose="020B0604020202020204" pitchFamily="34" charset="0"/>
                <a:cs typeface="Arial" panose="020B0604020202020204" pitchFamily="34" charset="0"/>
              </a:rPr>
              <a:t>lebane</a:t>
            </a:r>
            <a: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en-ZA" sz="3600" dirty="0" err="1">
                <a:latin typeface="Arial" panose="020B0604020202020204" pitchFamily="34" charset="0"/>
                <a:cs typeface="Arial" panose="020B0604020202020204" pitchFamily="34" charset="0"/>
              </a:rPr>
              <a:t>mang</a:t>
            </a:r>
            <a: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>
              <a:buNone/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830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43C87-CA33-8AE7-AE11-04CDAE43D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482" y="0"/>
            <a:ext cx="10655560" cy="82109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MOHLALA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</a:p>
          <a:p>
            <a:pPr marL="0" indent="0" algn="ctr">
              <a:buNone/>
            </a:pP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Potšišo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:Ke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eng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seo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dirago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gore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ye e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kgahle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B743BD-B5CE-F6E0-229D-818874384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85" y="475861"/>
            <a:ext cx="11184294" cy="586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149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0513A-EA89-3547-C26F-A1BF18E01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637" y="177281"/>
            <a:ext cx="10982130" cy="553305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ye 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leka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rekiša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Le nagana gore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ye 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lebane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bomang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bafsa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bagolo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)?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lebaka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3.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gokagokeditšego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šedi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lena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4.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Polelo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ye 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dirišitšwego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bjang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gore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batho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rate go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reka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5. Ge le be le ka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fetola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ye, le ka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fetola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gore e be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kaone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53443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814564-FDD6-156C-8C85-889EA1473C57}"/>
              </a:ext>
            </a:extLst>
          </p:cNvPr>
          <p:cNvSpPr txBox="1"/>
          <p:nvPr/>
        </p:nvSpPr>
        <p:spPr>
          <a:xfrm>
            <a:off x="4278086" y="4666"/>
            <a:ext cx="2878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DIKARABO</a:t>
            </a:r>
          </a:p>
          <a:p>
            <a:pPr algn="l"/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936C99-789D-4AD2-E8FB-11536DC28134}"/>
              </a:ext>
            </a:extLst>
          </p:cNvPr>
          <p:cNvSpPr txBox="1"/>
          <p:nvPr/>
        </p:nvSpPr>
        <p:spPr>
          <a:xfrm>
            <a:off x="779104" y="937728"/>
            <a:ext cx="1086549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AutoNum type="arabicPeriod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Maotwana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difatanaga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 algn="l"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AutoNum type="arabicPeriod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Batho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bao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nago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difatanaga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Fihla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Yago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bolokegile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nako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marL="342900" indent="-342900" algn="l"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AutoNum type="arabicPeriod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nyaka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go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dula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bolokegile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gore a be le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bophelo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bjo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telele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 algn="l"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AutoNum type="arabicPeriod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Nomoro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mogala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Lefelo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174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79CBF9-A655-8AD2-4B18-A1F57F97C735}"/>
              </a:ext>
            </a:extLst>
          </p:cNvPr>
          <p:cNvSpPr txBox="1"/>
          <p:nvPr/>
        </p:nvSpPr>
        <p:spPr>
          <a:xfrm>
            <a:off x="802433" y="830425"/>
            <a:ext cx="1012371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MOŠOMO WA DIHLOPHA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Barutwana</a:t>
            </a: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tla</a:t>
            </a: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/>
            <a:endParaRPr lang="en-US"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Arolwa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dihlopha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Sekaseka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Hlaola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Slokene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Hlaola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mantšu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 go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gokagoketša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Hlaloša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gore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lebane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bomang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6582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89AFFF-93D4-292E-B6DC-C4A60F424CFE}"/>
              </a:ext>
            </a:extLst>
          </p:cNvPr>
          <p:cNvSpPr txBox="1"/>
          <p:nvPr/>
        </p:nvSpPr>
        <p:spPr>
          <a:xfrm>
            <a:off x="1651518" y="2514600"/>
            <a:ext cx="87614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TLHAHLOBO YA BARUTWANA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Potšišo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“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dirago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gore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atlege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?”(5)</a:t>
            </a:r>
          </a:p>
        </p:txBody>
      </p:sp>
    </p:spTree>
    <p:extLst>
      <p:ext uri="{BB962C8B-B14F-4D97-AF65-F5344CB8AC3E}">
        <p14:creationId xmlns:p14="http://schemas.microsoft.com/office/powerpoint/2010/main" val="2317460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957455-604A-EF5F-4481-27921C249F7A}"/>
              </a:ext>
            </a:extLst>
          </p:cNvPr>
          <p:cNvSpPr txBox="1"/>
          <p:nvPr/>
        </p:nvSpPr>
        <p:spPr>
          <a:xfrm>
            <a:off x="1087016" y="1646853"/>
            <a:ext cx="547240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DIKARABO</a:t>
            </a:r>
          </a:p>
          <a:p>
            <a:pPr algn="l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Polelo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go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gokagoketša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Diswantšho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Slokene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Go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gokagoketša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bareki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Palomoka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5</a:t>
            </a:r>
          </a:p>
        </p:txBody>
      </p:sp>
    </p:spTree>
    <p:extLst>
      <p:ext uri="{BB962C8B-B14F-4D97-AF65-F5344CB8AC3E}">
        <p14:creationId xmlns:p14="http://schemas.microsoft.com/office/powerpoint/2010/main" val="2686758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29C36F-DF61-930F-AABD-843C7B140FCE}"/>
              </a:ext>
            </a:extLst>
          </p:cNvPr>
          <p:cNvSpPr txBox="1"/>
          <p:nvPr/>
        </p:nvSpPr>
        <p:spPr>
          <a:xfrm>
            <a:off x="849085" y="1045029"/>
            <a:ext cx="1012371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MOŠOMO WA BOITLHAMELO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Hlama</a:t>
            </a: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gago</a:t>
            </a: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! </a:t>
            </a:r>
            <a:r>
              <a:rPr lang="en-US" sz="2400" b="1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getha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Sejo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Senotlelo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Diaparo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Goba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setšweletšwa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sengwe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le se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sengwe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2E1CFB-9DC0-8E0C-04D8-8441F2B805DB}"/>
              </a:ext>
            </a:extLst>
          </p:cNvPr>
          <p:cNvSpPr txBox="1"/>
          <p:nvPr/>
        </p:nvSpPr>
        <p:spPr>
          <a:xfrm>
            <a:off x="7501812" y="1690062"/>
            <a:ext cx="4058817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Diriša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Slokene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Seswantšho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Polelo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maatla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Molaetša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wa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go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gokagoketša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tše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dingwe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txeo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ithutileego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tšona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516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853359-423C-8CDF-2DAB-5ADA143BDB09}"/>
              </a:ext>
            </a:extLst>
          </p:cNvPr>
          <p:cNvSpPr txBox="1"/>
          <p:nvPr/>
        </p:nvSpPr>
        <p:spPr>
          <a:xfrm>
            <a:off x="5183155" y="25146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APATŠO YA KA.mp3">
            <a:hlinkClick r:id="" action="ppaction://media"/>
            <a:extLst>
              <a:ext uri="{FF2B5EF4-FFF2-40B4-BE49-F238E27FC236}">
                <a16:creationId xmlns:a16="http://schemas.microsoft.com/office/drawing/2014/main" id="{23CC7956-A30F-28E2-7221-B5D2B82462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893747" y="5545664"/>
            <a:ext cx="747422" cy="7474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202C9E-40A8-A197-2A4C-D0C58A137298}"/>
              </a:ext>
            </a:extLst>
          </p:cNvPr>
          <p:cNvSpPr txBox="1"/>
          <p:nvPr/>
        </p:nvSpPr>
        <p:spPr>
          <a:xfrm>
            <a:off x="-4666" y="-14621"/>
            <a:ext cx="1842798" cy="163121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🎶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tsela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go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tsebatša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setšweletšwa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goba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tirelo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BE7CCE-EBE6-D36E-7A53-A49FD049A02A}"/>
              </a:ext>
            </a:extLst>
          </p:cNvPr>
          <p:cNvSpPr txBox="1"/>
          <p:nvPr/>
        </p:nvSpPr>
        <p:spPr>
          <a:xfrm>
            <a:off x="1980423" y="-14621"/>
            <a:ext cx="2178698" cy="163121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🎶 Ka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maikemišetšo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
a go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goketša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batho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gore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reke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🎤🕹️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D459C6-FBA2-ABB2-85D2-A5C3EC5E49F2}"/>
              </a:ext>
            </a:extLst>
          </p:cNvPr>
          <p:cNvSpPr txBox="1"/>
          <p:nvPr/>
        </p:nvSpPr>
        <p:spPr>
          <a:xfrm>
            <a:off x="4359728" y="-21553"/>
            <a:ext cx="1828800" cy="163121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lentšu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bitšago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
le re,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etla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lemoga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sengwe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🎤🎶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D730D2-2FB0-E0AC-1403-A2A1F6316B60}"/>
              </a:ext>
            </a:extLst>
          </p:cNvPr>
          <p:cNvSpPr txBox="1"/>
          <p:nvPr/>
        </p:nvSpPr>
        <p:spPr>
          <a:xfrm>
            <a:off x="6463781" y="-19154"/>
            <a:ext cx="2913484" cy="163121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sengwe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go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thuša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
se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sengwe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go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kgahliša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
se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sengwe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gago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🎤🕹️ 🎶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9599C7-F654-C19B-A85C-DB4F84EB8AE5}"/>
              </a:ext>
            </a:extLst>
          </p:cNvPr>
          <p:cNvSpPr txBox="1"/>
          <p:nvPr/>
        </p:nvSpPr>
        <p:spPr>
          <a:xfrm>
            <a:off x="5183155" y="2514600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79BDE5-C05D-DD51-D150-632A9C955A7D}"/>
              </a:ext>
            </a:extLst>
          </p:cNvPr>
          <p:cNvSpPr txBox="1"/>
          <p:nvPr/>
        </p:nvSpPr>
        <p:spPr>
          <a:xfrm>
            <a:off x="9652518" y="-14621"/>
            <a:ext cx="2355980" cy="23083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[Pre-Chorus]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Thelebišeng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radio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kuranta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inthanete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go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kwa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gohle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🎶📻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Molaetša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 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sepela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fihla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ka pela
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tlogela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kgopolo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🎉🎧🎶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F288A1-7C55-BBDA-CAFC-AC14CEB33671}"/>
              </a:ext>
            </a:extLst>
          </p:cNvPr>
          <p:cNvSpPr txBox="1"/>
          <p:nvPr/>
        </p:nvSpPr>
        <p:spPr>
          <a:xfrm>
            <a:off x="8792130" y="2413337"/>
            <a:ext cx="2465120" cy="25853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ka
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bitša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pelo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ka
e re,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tsena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🎼 
🎶🎶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ka e 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šoma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bjalo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ka
e re,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reke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bjale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DD0B89-2014-2F69-87E0-DFC04741FC4B}"/>
              </a:ext>
            </a:extLst>
          </p:cNvPr>
          <p:cNvSpPr txBox="1"/>
          <p:nvPr/>
        </p:nvSpPr>
        <p:spPr>
          <a:xfrm>
            <a:off x="6023157" y="2163900"/>
            <a:ext cx="2602746" cy="23083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Ge e le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thelebišeng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re bona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seswantšho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re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kwa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leina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🎶🎶 Ge e le radio
re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šetša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tsebe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re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swarwa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lentšu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🎶🎶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99BAA4-F8AB-CB66-A43A-9AEA176AC6CA}"/>
              </a:ext>
            </a:extLst>
          </p:cNvPr>
          <p:cNvSpPr txBox="1"/>
          <p:nvPr/>
        </p:nvSpPr>
        <p:spPr>
          <a:xfrm>
            <a:off x="4082142" y="1859339"/>
            <a:ext cx="1828800" cy="286232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🎶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Kuranta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 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bala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inthanete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 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phadima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ka pela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mahlo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🎶🕹️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Mehuta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ye 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tlwaelegilego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kgona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fihla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bantši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EFA9E8-9259-AB35-0A13-E2CAA36CA975}"/>
              </a:ext>
            </a:extLst>
          </p:cNvPr>
          <p:cNvSpPr txBox="1"/>
          <p:nvPr/>
        </p:nvSpPr>
        <p:spPr>
          <a:xfrm>
            <a:off x="2077122" y="1859339"/>
            <a:ext cx="1828800" cy="31393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Thelebišeng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radio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kuranta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inthanete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go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kwa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gohle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📻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Molaetša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 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sepela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fihla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ka pela
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tlogela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kgopolo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🎶🎶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FCC932-D533-63A7-B199-9921026641FB}"/>
              </a:ext>
            </a:extLst>
          </p:cNvPr>
          <p:cNvSpPr txBox="1"/>
          <p:nvPr/>
        </p:nvSpPr>
        <p:spPr>
          <a:xfrm>
            <a:off x="2333" y="1907737"/>
            <a:ext cx="1828800" cy="286232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ka
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bitša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pelo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ka
e re,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tsena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🎶🎶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ka
e 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šoma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bjalo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ka
e re,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reke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bjale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732BFE-C27D-861A-A36A-E41A2B8B8008}"/>
              </a:ext>
            </a:extLst>
          </p:cNvPr>
          <p:cNvSpPr txBox="1"/>
          <p:nvPr/>
        </p:nvSpPr>
        <p:spPr>
          <a:xfrm>
            <a:off x="5155163" y="248660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>
              <a:latin typeface="Algerian" panose="02000000000000000000" pitchFamily="2" charset="0"/>
              <a:ea typeface="Algerian" panose="020000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F86C41-6355-A4BC-CB52-DCD730891DDF}"/>
              </a:ext>
            </a:extLst>
          </p:cNvPr>
          <p:cNvSpPr txBox="1"/>
          <p:nvPr/>
        </p:nvSpPr>
        <p:spPr>
          <a:xfrm>
            <a:off x="550831" y="5103674"/>
            <a:ext cx="1828800" cy="17543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molaetša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 le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pepeneneng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batho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 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gopola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batho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 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latela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🎶🎶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DBAB6A-7EEF-80E0-CA6F-6B2D9089A0EF}"/>
              </a:ext>
            </a:extLst>
          </p:cNvPr>
          <p:cNvSpPr txBox="1"/>
          <p:nvPr/>
        </p:nvSpPr>
        <p:spPr>
          <a:xfrm>
            <a:off x="2511096" y="5337691"/>
            <a:ext cx="2055068" cy="147732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 o le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bonolo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go 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kwaI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bonolo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 go 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reka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bonolo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go 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tshepa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🎤🎶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DE2608-09FD-30C4-A139-10EDFCC499EC}"/>
              </a:ext>
            </a:extLst>
          </p:cNvPr>
          <p:cNvSpPr txBox="1"/>
          <p:nvPr/>
        </p:nvSpPr>
        <p:spPr>
          <a:xfrm>
            <a:off x="4829094" y="5383734"/>
            <a:ext cx="1828800" cy="147732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🕹️🎼 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ka
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bitša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pelo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ka
e re,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tsena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1B8C2B-6DB9-8648-D18F-9D141741020E}"/>
              </a:ext>
            </a:extLst>
          </p:cNvPr>
          <p:cNvSpPr txBox="1"/>
          <p:nvPr/>
        </p:nvSpPr>
        <p:spPr>
          <a:xfrm>
            <a:off x="6918657" y="4652865"/>
            <a:ext cx="1828800" cy="17543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ka
e 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šoma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bjalo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ka
e re,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reke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bjale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🎶🎶🔚 🔚 🔚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A3EED7-18BA-FC86-1508-6CBE87D680A4}"/>
              </a:ext>
            </a:extLst>
          </p:cNvPr>
          <p:cNvSpPr txBox="1"/>
          <p:nvPr/>
        </p:nvSpPr>
        <p:spPr>
          <a:xfrm>
            <a:off x="8560350" y="6211669"/>
            <a:ext cx="3631650" cy="769441"/>
          </a:xfrm>
          <a:prstGeom prst="rect">
            <a:avLst/>
          </a:prstGeom>
          <a:solidFill>
            <a:srgbClr val="00206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4400" b="1" u="sng" dirty="0">
                <a:solidFill>
                  <a:srgbClr val="FF0000"/>
                </a:solidFill>
                <a:latin typeface="Aharoni" panose="02000000000000000000" pitchFamily="2" charset="0"/>
                <a:ea typeface="Aharoni" panose="02000000000000000000" pitchFamily="2" charset="0"/>
              </a:rPr>
              <a:t>Go </a:t>
            </a:r>
            <a:r>
              <a:rPr lang="en-US" sz="4400" b="1" u="sng" dirty="0" err="1">
                <a:solidFill>
                  <a:srgbClr val="FF0000"/>
                </a:solidFill>
                <a:latin typeface="Aharoni" panose="02000000000000000000" pitchFamily="2" charset="0"/>
                <a:ea typeface="Aharoni" panose="02000000000000000000" pitchFamily="2" charset="0"/>
              </a:rPr>
              <a:t>Tiiša</a:t>
            </a:r>
            <a:r>
              <a:rPr lang="en-US" sz="4400" b="1" u="sng" dirty="0">
                <a:solidFill>
                  <a:srgbClr val="FF0000"/>
                </a:solidFill>
                <a:latin typeface="Aharoni" panose="02000000000000000000" pitchFamily="2" charset="0"/>
                <a:ea typeface="Aharoni" panose="02000000000000000000" pitchFamily="2" charset="0"/>
              </a:rPr>
              <a:t>!! </a:t>
            </a:r>
          </a:p>
        </p:txBody>
      </p:sp>
      <p:sp>
        <p:nvSpPr>
          <p:cNvPr id="2" name="Arrow: Bent-Up 1">
            <a:extLst>
              <a:ext uri="{FF2B5EF4-FFF2-40B4-BE49-F238E27FC236}">
                <a16:creationId xmlns:a16="http://schemas.microsoft.com/office/drawing/2014/main" id="{3BEA2FCD-E719-A321-5CFF-F92C9BC148CA}"/>
              </a:ext>
            </a:extLst>
          </p:cNvPr>
          <p:cNvSpPr/>
          <p:nvPr/>
        </p:nvSpPr>
        <p:spPr>
          <a:xfrm rot="5400000" flipV="1">
            <a:off x="10690823" y="2820346"/>
            <a:ext cx="1991433" cy="995432"/>
          </a:xfrm>
          <a:prstGeom prst="bentUp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Bent-Up 3">
            <a:extLst>
              <a:ext uri="{FF2B5EF4-FFF2-40B4-BE49-F238E27FC236}">
                <a16:creationId xmlns:a16="http://schemas.microsoft.com/office/drawing/2014/main" id="{7F7407F2-C7DF-0E33-78E1-5D3431D05083}"/>
              </a:ext>
            </a:extLst>
          </p:cNvPr>
          <p:cNvSpPr/>
          <p:nvPr/>
        </p:nvSpPr>
        <p:spPr>
          <a:xfrm rot="16200000" flipH="1" flipV="1">
            <a:off x="-631419" y="5426846"/>
            <a:ext cx="1935498" cy="820238"/>
          </a:xfrm>
          <a:prstGeom prst="bentUpArrow">
            <a:avLst>
              <a:gd name="adj1" fmla="val 22081"/>
              <a:gd name="adj2" fmla="val 25000"/>
              <a:gd name="adj3" fmla="val 50000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1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95DAD-AB66-3D36-B588-5BCC2F4F5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482" y="597159"/>
            <a:ext cx="10935477" cy="56730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Dipotšišo</a:t>
            </a:r>
            <a:r>
              <a:rPr 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tša</a:t>
            </a:r>
            <a:r>
              <a:rPr 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Kakaretšo</a:t>
            </a:r>
            <a:r>
              <a:rPr 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FA184A-0BE4-28B2-5CBF-41FEFD375DF2}"/>
              </a:ext>
            </a:extLst>
          </p:cNvPr>
          <p:cNvSpPr txBox="1"/>
          <p:nvPr/>
        </p:nvSpPr>
        <p:spPr>
          <a:xfrm>
            <a:off x="634482" y="2219370"/>
            <a:ext cx="6755363" cy="415498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Mošomo</a:t>
            </a:r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</a:t>
            </a:r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Gae</a:t>
            </a:r>
            <a:endParaRPr lang="en-US" sz="24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4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Karolo</a:t>
            </a:r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4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Topa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kuranteng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goba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inthaneteng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Ngwala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mantšu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 go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gokagoketša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Hlaloša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gore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 goketša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bjang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bareki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MEPUTSO: 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45384B-B275-1A18-51EE-C8BEE35A6DC8}"/>
              </a:ext>
            </a:extLst>
          </p:cNvPr>
          <p:cNvSpPr txBox="1"/>
          <p:nvPr/>
        </p:nvSpPr>
        <p:spPr>
          <a:xfrm>
            <a:off x="7170574" y="2219370"/>
            <a:ext cx="4483359" cy="415498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Karolo</a:t>
            </a:r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B:Dipotšišo </a:t>
            </a:r>
            <a:r>
              <a:rPr lang="en-US" sz="24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tša</a:t>
            </a:r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Kakaretšo</a:t>
            </a:r>
            <a:endParaRPr lang="en-US" sz="24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Papatšo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?(1)</a:t>
            </a:r>
          </a:p>
          <a:p>
            <a:pPr algn="l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Slokene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?(1)</a:t>
            </a:r>
          </a:p>
          <a:p>
            <a:pPr algn="l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mantšu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afe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 go goketša?(4)</a:t>
            </a:r>
          </a:p>
          <a:p>
            <a:pPr algn="l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MEPUTSO: 6</a:t>
            </a:r>
          </a:p>
        </p:txBody>
      </p:sp>
    </p:spTree>
    <p:extLst>
      <p:ext uri="{BB962C8B-B14F-4D97-AF65-F5344CB8AC3E}">
        <p14:creationId xmlns:p14="http://schemas.microsoft.com/office/powerpoint/2010/main" val="96274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EE167F-E376-2142-B2D9-754F4F637EE0}"/>
              </a:ext>
            </a:extLst>
          </p:cNvPr>
          <p:cNvSpPr txBox="1"/>
          <p:nvPr/>
        </p:nvSpPr>
        <p:spPr>
          <a:xfrm>
            <a:off x="2708987" y="1721498"/>
            <a:ext cx="67740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PHETHO</a:t>
            </a:r>
          </a:p>
          <a:p>
            <a:pPr algn="l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
Re a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Leboga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algn="l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
Na go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dipotšišo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algn="l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leboga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barutwana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0161916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Organic</vt:lpstr>
      <vt:lpstr>Sepedi Leleme la Gae Mphato wa 10 Go bala le go bogela: Papatšo MAROBA SECONDARY SCHOOL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Sepedi Leleme la Gae Mphato wa 10 Go bala le go bogela: Papatšo MAROBA SECONDARY SCHOOL  </dc:title>
  <dc:creator>Mr. PP Ramotshela</dc:creator>
  <cp:lastModifiedBy>Mr. PP Ramotshela</cp:lastModifiedBy>
  <cp:revision>10</cp:revision>
  <dcterms:created xsi:type="dcterms:W3CDTF">2026-04-16T10:41:59Z</dcterms:created>
  <dcterms:modified xsi:type="dcterms:W3CDTF">2026-05-26T18:41:16Z</dcterms:modified>
</cp:coreProperties>
</file>