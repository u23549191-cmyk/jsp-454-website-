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F05B-6706-32BD-1E00-08F8EC654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8B8B9-CC12-35DA-225F-BF1E72C80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620D0-9930-DC7A-06F9-D4479389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85423-B07A-A00A-BF0B-6F8C1F6D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84245-B800-ED71-1403-F0AE87FC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8900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A2F8-719D-EAB7-4DBF-C581F683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8B39F-49C1-D639-5E1F-A34D3AD69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DF4DA-7017-17B8-F73A-22572195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C67A-BC29-7C82-8B39-455F1D4C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BDA31-2B31-9222-DC06-8887A6F6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427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0637-2EC4-AEA7-18A7-4217E0D5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FC697-B4D5-174B-5DF9-4D5788D81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1869-CD94-7F30-3D73-59D59A20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7A553-FA6A-E754-9093-C06BB215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6038A-1705-1C86-8701-3DB0B05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6939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2613-4396-A9BB-1A53-CE38961C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15286-B4AB-962D-9930-130AE4944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93163-23C4-D95C-B905-219F17532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D29BB-EE80-0FD5-FCFA-A1EC0702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D138E-21D8-8D5B-84AE-6939C7B7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BAE01-B15C-864B-85BB-56F64E99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7536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1DAD-3A8F-9226-4E51-E065EE24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6AF65-8E1E-547A-FBF0-D120BBE64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4DEEB-230A-140B-08D4-8653BE1C4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7C8A4-0963-4EA2-D74F-0C7ADCBF2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27EDB-A9F3-7BEB-CA1E-149580739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5158F-9B41-79D7-3732-29AC7F6E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B6BBF-7B86-B795-7D39-F568C729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F8DBA-8320-16E8-77AE-2198DE38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3803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CA35-F832-C797-5AA6-601271D1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A2882-E55A-C0A0-2AC4-0ECFA763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923C3-6697-3869-08B9-9B047F87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93D91-0E01-8D3D-E471-AA9B7AD4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6827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E3291-C1CC-159E-3A2B-F50A06204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4AB63-A629-1053-78A4-7CFE71D0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6C690-A1DD-ADE7-7932-1682C138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7378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922C-99AF-DC49-D989-9A0CB614A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961-1304-BE1F-ADE2-0F7CBFE6E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21307-EC1F-E48C-9685-3E5F8ACF0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6D33D-1FB8-F6D3-D2D7-81512ECE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1F651-FDCC-AE5C-6F1F-8E136162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A6AC9-3DEA-11EE-EE7A-31AFC5F5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7507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49B8-6D7A-72B0-F77A-46E62951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C9CA7-C317-E866-A479-AD8AB1414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8D5C3-0FFF-F8BF-14D1-56429BF45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E7A5E-6098-3E11-0D06-B04F28A7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6D62C-A6E7-7480-83B4-6B328866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DF616-BE80-D68D-5EED-4B1A2B60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3140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C388-DE2A-29DD-C95C-4DC9B50C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F8925-1C6C-ED60-11D6-91D0889A2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F7D5B-32AE-8408-7471-A972B348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762B-CE56-D2DE-FCFE-BBD79D69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52D4-F09C-CE02-084B-DA218925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570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6C5E03-085E-2484-710E-C1CD74869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33F0C-67D7-E7E7-7654-F29ACB60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06FCA-2383-B782-AF56-7912141F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316B-0CC8-AC27-0B67-364B04F3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2A6C2-39B8-2BCA-6517-6FC6EA21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92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E2D7EF-7EBD-43D7-1FEC-A6F85EE5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D8650-B731-C620-05A8-259FB954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9195A-82A4-654A-CCCE-7B9F82895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29D78-55C4-47CA-90B4-8035F816E7B8}" type="datetimeFigureOut">
              <a:rPr lang="en-ZA" smtClean="0"/>
              <a:t>2026/10/27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320BA-115E-43D5-0FB2-AC00AF9B6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E1D8B-695F-5179-028D-6115C5C3D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96538-C9E4-434A-8026-63C7CC27C42C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3531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768A05-0486-2380-AF0A-EDFB0DFE4067}"/>
              </a:ext>
            </a:extLst>
          </p:cNvPr>
          <p:cNvSpPr txBox="1"/>
          <p:nvPr/>
        </p:nvSpPr>
        <p:spPr>
          <a:xfrm>
            <a:off x="370936" y="0"/>
            <a:ext cx="1889185" cy="15465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ZA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Slidoo Man</a:t>
            </a:r>
          </a:p>
          <a:p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Igama lami mina ngu Slidoo</a:t>
            </a:r>
          </a:p>
          <a:p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Aii yey yeah</a:t>
            </a:r>
          </a:p>
          <a:p>
            <a:r>
              <a:rPr lang="en-ZA" sz="105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Yey yeah x3</a:t>
            </a:r>
          </a:p>
          <a:p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Aii yey yeah</a:t>
            </a:r>
          </a:p>
          <a:p>
            <a:r>
              <a:rPr lang="en-ZA" sz="105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Yey yeah x3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95C7B-B9FD-7994-A186-2A2B15947BDF}"/>
              </a:ext>
            </a:extLst>
          </p:cNvPr>
          <p:cNvSpPr txBox="1"/>
          <p:nvPr/>
        </p:nvSpPr>
        <p:spPr>
          <a:xfrm>
            <a:off x="5305245" y="370936"/>
            <a:ext cx="1794295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Rato Laka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D1E55-D09D-4DE6-021C-F854478A5C44}"/>
              </a:ext>
            </a:extLst>
          </p:cNvPr>
          <p:cNvSpPr txBox="1"/>
          <p:nvPr/>
        </p:nvSpPr>
        <p:spPr>
          <a:xfrm>
            <a:off x="264161" y="1620996"/>
            <a:ext cx="3217582" cy="5394618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Naqua SA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Nna gabotse ge kego bona ke a thakgala.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Pelo yaka yona e kiba ka madha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Na gabotse ge ke go bona ke a gafa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Kgane wena o njesetse eng?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Why wena ke go nyaka soh? 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Why wena ke go rata soh?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Why wena? x3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Ene a ke nyake le go nayaka hurt′a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Le ge bomma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Ba nkgala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Ba re ngwanaka o ska wela ka pelo kamoka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Nna ke a palelwa (oh paella oh)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A ke sa kgona go ke tshwara (oh thwart oh)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Ka re le ge bomma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Ba nkgala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Ba re ngwanaka o ska wela ka pelo kamoka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Nna ke a palelwa (oh thwart oh)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A ke sa kgona go ke tshwara (oh thwart oh)</a:t>
            </a:r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01FE10A4-F6C2-7746-4EE5-6C55420E00DD}"/>
              </a:ext>
            </a:extLst>
          </p:cNvPr>
          <p:cNvSpPr/>
          <p:nvPr/>
        </p:nvSpPr>
        <p:spPr>
          <a:xfrm flipV="1">
            <a:off x="2327512" y="370936"/>
            <a:ext cx="724619" cy="966160"/>
          </a:xfrm>
          <a:prstGeom prst="bentUp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6030F35F-8095-2646-A741-2A4B06FA38DB}"/>
              </a:ext>
            </a:extLst>
          </p:cNvPr>
          <p:cNvSpPr/>
          <p:nvPr/>
        </p:nvSpPr>
        <p:spPr>
          <a:xfrm>
            <a:off x="3556345" y="3493982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173996F-348B-DEFB-F8AF-AF293BA177A2}"/>
              </a:ext>
            </a:extLst>
          </p:cNvPr>
          <p:cNvSpPr/>
          <p:nvPr/>
        </p:nvSpPr>
        <p:spPr>
          <a:xfrm>
            <a:off x="3536831" y="2079350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D2BA37D9-6591-295B-6BBD-04F870E598EC}"/>
              </a:ext>
            </a:extLst>
          </p:cNvPr>
          <p:cNvSpPr/>
          <p:nvPr/>
        </p:nvSpPr>
        <p:spPr>
          <a:xfrm>
            <a:off x="3536831" y="4827150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F9D46-7CCF-3C63-5E19-6205D0EB88C5}"/>
              </a:ext>
            </a:extLst>
          </p:cNvPr>
          <p:cNvSpPr txBox="1"/>
          <p:nvPr/>
        </p:nvSpPr>
        <p:spPr>
          <a:xfrm>
            <a:off x="4375822" y="1035616"/>
            <a:ext cx="2432649" cy="5603778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Zee Nxumalo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 yeah, yeah, yeah, yeah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 yeah, yah ah 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 yah, yah, yah, 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 yeah, yah ah 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Biz'abomalume bazom′bona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Biza nabomdeni bazom'bona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Noma bengathini mina ngizo kora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Mina Nawe sohlezi sonke si moja (sohlala si moja)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 yah, yah, yah, 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Yey, yey, yey, yey, yey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Yey, yey, yey, yey, ye, yah ah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Yah shall yah ah</a:t>
            </a:r>
          </a:p>
          <a:p>
            <a:pPr>
              <a:lnSpc>
                <a:spcPct val="150000"/>
              </a:lnSpc>
            </a:pPr>
            <a:endParaRPr lang="en-ZA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Ngithembel' empini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Ngithembel′ empini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Ngeke uphinde ung′bone mina ngithembel' emntwini</a:t>
            </a:r>
          </a:p>
          <a:p>
            <a:pPr>
              <a:lnSpc>
                <a:spcPct val="150000"/>
              </a:lnSpc>
            </a:pPr>
            <a:endParaRPr lang="en-ZA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Bebakuphi mina nawe ma sihlangana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Bebakuphi mina nawe ma sibonana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Bebakuphii mina nawe ma sithandana</a:t>
            </a:r>
          </a:p>
          <a:p>
            <a:pPr>
              <a:lnSpc>
                <a:spcPct val="150000"/>
              </a:lnSpc>
            </a:pPr>
            <a:r>
              <a:rPr lang="en-ZA" sz="1000" dirty="0">
                <a:latin typeface="Arial" panose="020B0604020202020204" pitchFamily="34" charset="0"/>
                <a:cs typeface="Arial" panose="020B0604020202020204" pitchFamily="34" charset="0"/>
              </a:rPr>
              <a:t>Bebakuphi mina nawe ma sibonana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AC309E38-FFC4-6AB3-2DF0-7B393D5FB815}"/>
              </a:ext>
            </a:extLst>
          </p:cNvPr>
          <p:cNvSpPr/>
          <p:nvPr/>
        </p:nvSpPr>
        <p:spPr>
          <a:xfrm>
            <a:off x="7160999" y="3980708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4A2E2779-2D00-9F9A-965E-9733FD36CA3B}"/>
              </a:ext>
            </a:extLst>
          </p:cNvPr>
          <p:cNvSpPr/>
          <p:nvPr/>
        </p:nvSpPr>
        <p:spPr>
          <a:xfrm>
            <a:off x="7160999" y="2238939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1DB3BD5D-527B-A099-B39E-0DE293B36755}"/>
              </a:ext>
            </a:extLst>
          </p:cNvPr>
          <p:cNvSpPr/>
          <p:nvPr/>
        </p:nvSpPr>
        <p:spPr>
          <a:xfrm>
            <a:off x="7160999" y="5381375"/>
            <a:ext cx="569344" cy="319177"/>
          </a:xfrm>
          <a:prstGeom prst="striped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ACAA7-F56E-1E02-82FA-F8B6EEB5A7BD}"/>
              </a:ext>
            </a:extLst>
          </p:cNvPr>
          <p:cNvSpPr txBox="1"/>
          <p:nvPr/>
        </p:nvSpPr>
        <p:spPr>
          <a:xfrm>
            <a:off x="8000791" y="1305744"/>
            <a:ext cx="3145000" cy="442512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Zee Nxumalo</a:t>
            </a:r>
          </a:p>
          <a:p>
            <a:pPr algn="ctr"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Ungowam′, ngingo wakho, sindawonye, sihlangane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Ungowam', ngingo wakho, sindawonye, sindawonye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Bebakuphi mina nawe ma sihlangana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Bebakuphi mina nawe ma sibonana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Bebakuphii mina nawe ma sithandana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Bebakuphi mina nawe ma sibonana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Ngithembel′ empini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Ngeke ung'bone ngithembel′ emtwini, ngithembel' emtwini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Ngithembel' emtwini</a:t>
            </a:r>
          </a:p>
          <a:p>
            <a:pPr>
              <a:lnSpc>
                <a:spcPct val="150000"/>
              </a:lnSpc>
            </a:pPr>
            <a:r>
              <a:rPr lang="en-ZA" sz="1050" dirty="0">
                <a:latin typeface="Arial" panose="020B0604020202020204" pitchFamily="34" charset="0"/>
                <a:cs typeface="Arial" panose="020B0604020202020204" pitchFamily="34" charset="0"/>
              </a:rPr>
              <a:t>Ngeke ung′bone ngithembel′ emtwini, ngithembel'emtwini</a:t>
            </a:r>
          </a:p>
        </p:txBody>
      </p:sp>
      <p:pic>
        <p:nvPicPr>
          <p:cNvPr id="2" name="shebeshxt-,-naqua-sa-,-zee-nxumalo,-slidoo-man-rato-laka (1)">
            <a:hlinkClick r:id="" action="ppaction://media"/>
            <a:extLst>
              <a:ext uri="{FF2B5EF4-FFF2-40B4-BE49-F238E27FC236}">
                <a16:creationId xmlns:a16="http://schemas.microsoft.com/office/drawing/2014/main" id="{2AC34A28-8404-1C1D-89F3-2856C2E172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07435" y="138614"/>
            <a:ext cx="965856" cy="833975"/>
          </a:xfrm>
          <a:prstGeom prst="rect">
            <a:avLst/>
          </a:prstGeom>
        </p:spPr>
      </p:pic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5DDE9517-EF58-7BD7-6C1F-9FA410811511}"/>
              </a:ext>
            </a:extLst>
          </p:cNvPr>
          <p:cNvSpPr/>
          <p:nvPr/>
        </p:nvSpPr>
        <p:spPr>
          <a:xfrm>
            <a:off x="2188459" y="2631440"/>
            <a:ext cx="1221622" cy="396240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POTšIšORITORIKI</a:t>
            </a:r>
            <a:endParaRPr lang="en-US" sz="800" b="1" dirty="0">
              <a:solidFill>
                <a:schemeClr val="tx1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BABE88EE-7BAD-A1D6-6026-CCE2E2FE3E3D}"/>
              </a:ext>
            </a:extLst>
          </p:cNvPr>
          <p:cNvSpPr/>
          <p:nvPr/>
        </p:nvSpPr>
        <p:spPr>
          <a:xfrm rot="7865154" flipV="1">
            <a:off x="8165742" y="6099616"/>
            <a:ext cx="1089034" cy="419950"/>
          </a:xfrm>
          <a:prstGeom prst="stripedRightArrow">
            <a:avLst>
              <a:gd name="adj1" fmla="val 56896"/>
              <a:gd name="adj2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A124645C-958E-2B34-88B6-291AB7CA0E2C}"/>
              </a:ext>
            </a:extLst>
          </p:cNvPr>
          <p:cNvSpPr/>
          <p:nvPr/>
        </p:nvSpPr>
        <p:spPr>
          <a:xfrm rot="7865154" flipV="1">
            <a:off x="9303662" y="6099616"/>
            <a:ext cx="1089034" cy="419950"/>
          </a:xfrm>
          <a:prstGeom prst="stripedRightArrow">
            <a:avLst>
              <a:gd name="adj1" fmla="val 56896"/>
              <a:gd name="adj2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01CF13AD-B73E-B467-FF78-61CBC13BD181}"/>
              </a:ext>
            </a:extLst>
          </p:cNvPr>
          <p:cNvSpPr/>
          <p:nvPr/>
        </p:nvSpPr>
        <p:spPr>
          <a:xfrm rot="7865154" flipV="1">
            <a:off x="10197741" y="6160246"/>
            <a:ext cx="1089034" cy="419950"/>
          </a:xfrm>
          <a:prstGeom prst="stripedRightArrow">
            <a:avLst>
              <a:gd name="adj1" fmla="val 56896"/>
              <a:gd name="adj2" fmla="val 50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28" name="Scroll: Horizontal 27">
            <a:extLst>
              <a:ext uri="{FF2B5EF4-FFF2-40B4-BE49-F238E27FC236}">
                <a16:creationId xmlns:a16="http://schemas.microsoft.com/office/drawing/2014/main" id="{2E97CA31-86AD-8835-D609-40508223A5EF}"/>
              </a:ext>
            </a:extLst>
          </p:cNvPr>
          <p:cNvSpPr/>
          <p:nvPr/>
        </p:nvSpPr>
        <p:spPr>
          <a:xfrm>
            <a:off x="10364294" y="3222512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Poeletšo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croll: Horizontal 29">
            <a:extLst>
              <a:ext uri="{FF2B5EF4-FFF2-40B4-BE49-F238E27FC236}">
                <a16:creationId xmlns:a16="http://schemas.microsoft.com/office/drawing/2014/main" id="{E2024738-4475-AD76-98A5-974CB7D68766}"/>
              </a:ext>
            </a:extLst>
          </p:cNvPr>
          <p:cNvSpPr/>
          <p:nvPr/>
        </p:nvSpPr>
        <p:spPr>
          <a:xfrm>
            <a:off x="6158663" y="2162860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Poeletšo</a:t>
            </a:r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ya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sekafoko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croll: Horizontal 31">
            <a:extLst>
              <a:ext uri="{FF2B5EF4-FFF2-40B4-BE49-F238E27FC236}">
                <a16:creationId xmlns:a16="http://schemas.microsoft.com/office/drawing/2014/main" id="{7430FB6E-E1EA-784B-F556-91F80CBFFE29}"/>
              </a:ext>
            </a:extLst>
          </p:cNvPr>
          <p:cNvSpPr/>
          <p:nvPr/>
        </p:nvSpPr>
        <p:spPr>
          <a:xfrm>
            <a:off x="1276160" y="702799"/>
            <a:ext cx="1342550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Poeletšo</a:t>
            </a:r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ya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sekafoko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1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431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72D592-0B38-25EE-5471-2B7053929EAE}"/>
              </a:ext>
            </a:extLst>
          </p:cNvPr>
          <p:cNvSpPr txBox="1"/>
          <p:nvPr/>
        </p:nvSpPr>
        <p:spPr>
          <a:xfrm>
            <a:off x="284670" y="422694"/>
            <a:ext cx="3457186" cy="4148123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Ah mfana, chesa, twerka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Kea tsena ngwana akga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Chesa, yizo Shebe chesa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</a:p>
          <a:p>
            <a:pPr>
              <a:lnSpc>
                <a:spcPct val="150000"/>
              </a:lnSpc>
            </a:pP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 Shebe ke gafa ka wena my screw is loose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tougher for wena and stil ao rusi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no muffa wena and o sweet my juice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 suffer for wena o the one I choose 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Di photo ke nyako di filer sender ka Bluetooth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 wet like Tyler keno tsena smooth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Studiong ke no rhyma ke inside the booth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Ka time rhyme keno timer a ke less ke Ruth</a:t>
            </a: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ZA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166F0-7D81-DAE7-BCB7-154AEA66E639}"/>
              </a:ext>
            </a:extLst>
          </p:cNvPr>
          <p:cNvSpPr txBox="1"/>
          <p:nvPr/>
        </p:nvSpPr>
        <p:spPr>
          <a:xfrm>
            <a:off x="5198852" y="238028"/>
            <a:ext cx="1794295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Rato Laka</a:t>
            </a:r>
            <a:endParaRPr lang="en-Z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9D756-355F-2068-EA78-EB432094A6A4}"/>
              </a:ext>
            </a:extLst>
          </p:cNvPr>
          <p:cNvSpPr txBox="1"/>
          <p:nvPr/>
        </p:nvSpPr>
        <p:spPr>
          <a:xfrm>
            <a:off x="4367406" y="4222520"/>
            <a:ext cx="3457186" cy="2551148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 Vele you know me my love for you is true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A re be low key re ska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table for 2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mpetha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WOT and I can ride with you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O my baby only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I do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nkgala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but is nothing new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Ba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zama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gono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pala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and I wish they knew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Gore ka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kea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dlala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rata le back view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gona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hlala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go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swana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wena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few</a:t>
            </a:r>
          </a:p>
        </p:txBody>
      </p:sp>
      <p:sp>
        <p:nvSpPr>
          <p:cNvPr id="7" name="Arrow: Bent-Up 6">
            <a:extLst>
              <a:ext uri="{FF2B5EF4-FFF2-40B4-BE49-F238E27FC236}">
                <a16:creationId xmlns:a16="http://schemas.microsoft.com/office/drawing/2014/main" id="{BCD2A240-940B-2ED9-D236-B7F32DA84A57}"/>
              </a:ext>
            </a:extLst>
          </p:cNvPr>
          <p:cNvSpPr/>
          <p:nvPr/>
        </p:nvSpPr>
        <p:spPr>
          <a:xfrm rot="5400000">
            <a:off x="3179285" y="5056809"/>
            <a:ext cx="1084148" cy="666544"/>
          </a:xfrm>
          <a:prstGeom prst="bentUpArrow">
            <a:avLst>
              <a:gd name="adj1" fmla="val 25000"/>
              <a:gd name="adj2" fmla="val 20342"/>
              <a:gd name="adj3" fmla="val 25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8" name="Arrow: Bent-Up 7">
            <a:extLst>
              <a:ext uri="{FF2B5EF4-FFF2-40B4-BE49-F238E27FC236}">
                <a16:creationId xmlns:a16="http://schemas.microsoft.com/office/drawing/2014/main" id="{10EF9105-5875-E90C-B2DC-C82A031D97F4}"/>
              </a:ext>
            </a:extLst>
          </p:cNvPr>
          <p:cNvSpPr/>
          <p:nvPr/>
        </p:nvSpPr>
        <p:spPr>
          <a:xfrm rot="16200000" flipV="1">
            <a:off x="6974582" y="3106589"/>
            <a:ext cx="1020959" cy="885817"/>
          </a:xfrm>
          <a:prstGeom prst="bentUp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0E1E562B-333F-6E1E-B711-7B6E08CB242A}"/>
              </a:ext>
            </a:extLst>
          </p:cNvPr>
          <p:cNvSpPr/>
          <p:nvPr/>
        </p:nvSpPr>
        <p:spPr>
          <a:xfrm>
            <a:off x="3073518" y="2504986"/>
            <a:ext cx="2125334" cy="574232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Kgetho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tirišo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ya </a:t>
            </a: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Pheteletšo</a:t>
            </a:r>
            <a:r>
              <a:rPr lang="en-U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ES" sz="1050" b="1" dirty="0">
              <a:solidFill>
                <a:schemeClr val="tx1"/>
              </a:solidFill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croll: Horizontal 17">
            <a:extLst>
              <a:ext uri="{FF2B5EF4-FFF2-40B4-BE49-F238E27FC236}">
                <a16:creationId xmlns:a16="http://schemas.microsoft.com/office/drawing/2014/main" id="{B83B2A75-4027-AA44-A112-A5924A758760}"/>
              </a:ext>
            </a:extLst>
          </p:cNvPr>
          <p:cNvSpPr/>
          <p:nvPr/>
        </p:nvSpPr>
        <p:spPr>
          <a:xfrm>
            <a:off x="3587636" y="1712951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Tshwantšhokgopolo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6E382C93-CEA1-EEC1-27BE-D1651A409CA6}"/>
              </a:ext>
            </a:extLst>
          </p:cNvPr>
          <p:cNvSpPr/>
          <p:nvPr/>
        </p:nvSpPr>
        <p:spPr>
          <a:xfrm>
            <a:off x="7608009" y="4435032"/>
            <a:ext cx="1257916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Maikutlo</a:t>
            </a:r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sereti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2C030-9E90-0D8A-A864-F15A9CA0B425}"/>
              </a:ext>
            </a:extLst>
          </p:cNvPr>
          <p:cNvSpPr txBox="1"/>
          <p:nvPr/>
        </p:nvSpPr>
        <p:spPr>
          <a:xfrm>
            <a:off x="8031760" y="417473"/>
            <a:ext cx="3276319" cy="2551148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Ge o complainer pelo yaka ya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painer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Strenght sa stainer, ka wena ke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insaner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Wa go WA hlopha </a:t>
            </a:r>
            <a:r>
              <a:rPr lang="en-ZA" sz="1200" dirty="0" err="1">
                <a:latin typeface="Arial" panose="020B0604020202020204" pitchFamily="34" charset="0"/>
                <a:cs typeface="Arial" panose="020B0604020202020204" pitchFamily="34" charset="0"/>
              </a:rPr>
              <a:t>oa</a:t>
            </a: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dirty="0" err="1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namer</a:t>
            </a:r>
            <a:endParaRPr lang="en-ZA" sz="1200" dirty="0"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clapa ba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claimer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A ke dlale ba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gamer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Baby o ska ke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blaimer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nna your entertainer or your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Go ba your campaigner, firearm ka go </a:t>
            </a:r>
            <a:r>
              <a:rPr lang="en-ZA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trainer</a:t>
            </a:r>
          </a:p>
        </p:txBody>
      </p:sp>
      <p:sp>
        <p:nvSpPr>
          <p:cNvPr id="24" name="Scroll: Horizontal 23">
            <a:extLst>
              <a:ext uri="{FF2B5EF4-FFF2-40B4-BE49-F238E27FC236}">
                <a16:creationId xmlns:a16="http://schemas.microsoft.com/office/drawing/2014/main" id="{4DE6BFEB-A1E8-CB2E-802B-BDC07E3256A0}"/>
              </a:ext>
            </a:extLst>
          </p:cNvPr>
          <p:cNvSpPr/>
          <p:nvPr/>
        </p:nvSpPr>
        <p:spPr>
          <a:xfrm>
            <a:off x="2658916" y="953668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Poeletšophetši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croll: Horizontal 25">
            <a:extLst>
              <a:ext uri="{FF2B5EF4-FFF2-40B4-BE49-F238E27FC236}">
                <a16:creationId xmlns:a16="http://schemas.microsoft.com/office/drawing/2014/main" id="{943BDEB2-1B98-5C8D-9EF4-42B35945AD17}"/>
              </a:ext>
            </a:extLst>
          </p:cNvPr>
          <p:cNvSpPr/>
          <p:nvPr/>
        </p:nvSpPr>
        <p:spPr>
          <a:xfrm>
            <a:off x="10110423" y="1506463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Morumokwano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croll: Horizontal 27">
            <a:extLst>
              <a:ext uri="{FF2B5EF4-FFF2-40B4-BE49-F238E27FC236}">
                <a16:creationId xmlns:a16="http://schemas.microsoft.com/office/drawing/2014/main" id="{6D0FD5A8-F210-36DB-0AE3-32A2EBE0F0B2}"/>
              </a:ext>
            </a:extLst>
          </p:cNvPr>
          <p:cNvSpPr/>
          <p:nvPr/>
        </p:nvSpPr>
        <p:spPr>
          <a:xfrm>
            <a:off x="3200386" y="3205555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Tshwantšhanyo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croll: Horizontal 29">
            <a:extLst>
              <a:ext uri="{FF2B5EF4-FFF2-40B4-BE49-F238E27FC236}">
                <a16:creationId xmlns:a16="http://schemas.microsoft.com/office/drawing/2014/main" id="{A29BBEB5-4DA6-FA75-039E-6D98AB84234C}"/>
              </a:ext>
            </a:extLst>
          </p:cNvPr>
          <p:cNvSpPr/>
          <p:nvPr/>
        </p:nvSpPr>
        <p:spPr>
          <a:xfrm>
            <a:off x="7701658" y="6283768"/>
            <a:ext cx="2125334" cy="574232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Kgetho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tirišo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ya </a:t>
            </a:r>
            <a:r>
              <a:rPr lang="es-ES" sz="105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mantšu</a:t>
            </a:r>
            <a:r>
              <a:rPr lang="es-ES" sz="105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1179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F05785-574B-CE24-ABE1-D9A811CE2874}"/>
              </a:ext>
            </a:extLst>
          </p:cNvPr>
          <p:cNvSpPr txBox="1"/>
          <p:nvPr/>
        </p:nvSpPr>
        <p:spPr>
          <a:xfrm>
            <a:off x="763727" y="1433879"/>
            <a:ext cx="2769078" cy="2551148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Go ba nka explainer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Ka e Carter, Lil Wayner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Yaba straight ka e plainer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Gape Neila againer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Nka se tsoge ka failure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I got your back ke trailer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skepe o sailor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Ke crazy o nreila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8DA0C-8EF5-5F72-5CBC-218D8BF2DD9F}"/>
              </a:ext>
            </a:extLst>
          </p:cNvPr>
          <p:cNvSpPr txBox="1"/>
          <p:nvPr/>
        </p:nvSpPr>
        <p:spPr>
          <a:xfrm>
            <a:off x="4711460" y="4285907"/>
            <a:ext cx="2769078" cy="144315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 my sugar ke cainer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I′m your make it rainer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 high o my cocaine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 my Mary Janer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39BE7-9290-E44B-1FBB-AA6FA6281C3F}"/>
              </a:ext>
            </a:extLst>
          </p:cNvPr>
          <p:cNvSpPr txBox="1"/>
          <p:nvPr/>
        </p:nvSpPr>
        <p:spPr>
          <a:xfrm>
            <a:off x="7670799" y="1803400"/>
            <a:ext cx="2769078" cy="1166153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Shebeshxt</a:t>
            </a:r>
            <a:endParaRPr lang="en-ZA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Rasa wena (ah ah)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Twerka wena mahn (ah whoa)</a:t>
            </a:r>
          </a:p>
          <a:p>
            <a:pPr>
              <a:lnSpc>
                <a:spcPct val="150000"/>
              </a:lnSpc>
            </a:pPr>
            <a:r>
              <a:rPr lang="en-ZA" sz="1200" dirty="0">
                <a:latin typeface="Arial" panose="020B0604020202020204" pitchFamily="34" charset="0"/>
                <a:cs typeface="Arial" panose="020B0604020202020204" pitchFamily="34" charset="0"/>
              </a:rPr>
              <a:t>Chesa wena chesa (ah whoa)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CEBBB-F687-C249-CE8A-1156B79C3E19}"/>
              </a:ext>
            </a:extLst>
          </p:cNvPr>
          <p:cNvSpPr txBox="1"/>
          <p:nvPr/>
        </p:nvSpPr>
        <p:spPr>
          <a:xfrm>
            <a:off x="5198852" y="238028"/>
            <a:ext cx="1794295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Rato Laka</a:t>
            </a:r>
            <a:endParaRPr lang="en-ZA" dirty="0"/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357B64C8-4253-F4B0-61A0-E6ADE3C96B5D}"/>
              </a:ext>
            </a:extLst>
          </p:cNvPr>
          <p:cNvSpPr/>
          <p:nvPr/>
        </p:nvSpPr>
        <p:spPr>
          <a:xfrm rot="10800000" flipH="1">
            <a:off x="3794806" y="3429000"/>
            <a:ext cx="1084148" cy="666544"/>
          </a:xfrm>
          <a:prstGeom prst="bentUpArrow">
            <a:avLst>
              <a:gd name="adj1" fmla="val 25000"/>
              <a:gd name="adj2" fmla="val 20342"/>
              <a:gd name="adj3" fmla="val 2500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A7971D3D-96D4-7125-326E-D8CDDFBC6490}"/>
              </a:ext>
            </a:extLst>
          </p:cNvPr>
          <p:cNvSpPr/>
          <p:nvPr/>
        </p:nvSpPr>
        <p:spPr>
          <a:xfrm rot="16200000" flipV="1">
            <a:off x="6387564" y="2820542"/>
            <a:ext cx="1443153" cy="885817"/>
          </a:xfrm>
          <a:prstGeom prst="bentUp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9" name="Scroll: Horizontal 18">
            <a:extLst>
              <a:ext uri="{FF2B5EF4-FFF2-40B4-BE49-F238E27FC236}">
                <a16:creationId xmlns:a16="http://schemas.microsoft.com/office/drawing/2014/main" id="{3E7D5364-8821-EB84-E319-187973685934}"/>
              </a:ext>
            </a:extLst>
          </p:cNvPr>
          <p:cNvSpPr/>
          <p:nvPr/>
        </p:nvSpPr>
        <p:spPr>
          <a:xfrm>
            <a:off x="6410946" y="4800995"/>
            <a:ext cx="1749083" cy="412975"/>
          </a:xfrm>
          <a:prstGeom prst="horizontalScroll">
            <a:avLst/>
          </a:prstGeom>
          <a:solidFill>
            <a:schemeClr val="bg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1000" b="1" dirty="0" err="1">
                <a:solidFill>
                  <a:schemeClr val="tx1"/>
                </a:solidFill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Tshwantšhišo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88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674</Words>
  <Application>Microsoft Office PowerPoint</Application>
  <PresentationFormat>Widescreen</PresentationFormat>
  <Paragraphs>132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 Ramotshela</dc:creator>
  <cp:lastModifiedBy>Onalenna Beful</cp:lastModifiedBy>
  <cp:revision>2</cp:revision>
  <dcterms:created xsi:type="dcterms:W3CDTF">2026-10-27T10:02:20Z</dcterms:created>
  <dcterms:modified xsi:type="dcterms:W3CDTF">2026-10-27T18:39:26Z</dcterms:modified>
</cp:coreProperties>
</file>